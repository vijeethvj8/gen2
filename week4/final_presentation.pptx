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Retail Analytics Final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dataset, forecasting, dashboard, and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records: 13,152</a:t>
            </a:r>
          </a:p>
          <a:p>
            <a:r>
              <a:t>Date range: 2023-01-01 to 2025-12-31</a:t>
            </a:r>
          </a:p>
          <a:p>
            <a:r>
              <a:t>Regions: North, South, East, West</a:t>
            </a:r>
          </a:p>
          <a:p>
            <a:r>
              <a:t>Categories: Electronics, Furniture, Office Supplies</a:t>
            </a:r>
          </a:p>
          <a:p>
            <a:r>
              <a:t>Goal: Analyze performance and forecast future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$797,059,455.76</a:t>
            </a:r>
          </a:p>
          <a:p>
            <a:r>
              <a:t>Total Profit: $266,785,307.32</a:t>
            </a:r>
          </a:p>
          <a:p>
            <a:r>
              <a:t>Total Units Sold: 2,787,167</a:t>
            </a:r>
          </a:p>
          <a:p>
            <a:r>
              <a:t>Average Customer Satisfaction: 4.20/5</a:t>
            </a:r>
          </a:p>
          <a:p>
            <a:r>
              <a:t>Profit Margin: 33.47%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pic>
        <p:nvPicPr>
          <p:cNvPr id="3" name="Picture 2" descr="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2775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category by revenue: Electronics</a:t>
            </a:r>
          </a:p>
          <a:p>
            <a:r>
              <a:t>Top region by profit: West</a:t>
            </a:r>
          </a:p>
          <a:p>
            <a:r>
              <a:t>Peak revenue month: December 2025</a:t>
            </a:r>
          </a:p>
          <a:p>
            <a:r>
              <a:t>Revenue growth is strongest during Q4</a:t>
            </a:r>
          </a:p>
          <a:p>
            <a:r>
              <a:t>Marketing and demand are key drivers of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3331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Random Forest Regressor</a:t>
            </a:r>
          </a:p>
          <a:p>
            <a:r>
              <a:t>MAE: 1,140,163.64</a:t>
            </a:r>
          </a:p>
          <a:p>
            <a:r>
              <a:t>RMSE: 1,241,904.97</a:t>
            </a:r>
          </a:p>
          <a:p>
            <a:r>
              <a:t>R² Score: 0.5648</a:t>
            </a:r>
          </a:p>
          <a:p>
            <a:r>
              <a:t>Most important features include lag revenue, rolling average, and marketing spend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Increase focus on high-performing categories</a:t>
            </a:r>
          </a:p>
          <a:p>
            <a:r>
              <a:t>2. Expand profitable regional strategies</a:t>
            </a:r>
          </a:p>
          <a:p>
            <a:r>
              <a:t>3. Use forecasting for monthly budgeting</a:t>
            </a:r>
          </a:p>
          <a:p>
            <a:r>
              <a:t>4. Optimize discount levels to protect margin</a:t>
            </a:r>
          </a:p>
          <a:p>
            <a:r>
              <a:t>5. Use dashboard for management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